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75" r:id="rId17"/>
    <p:sldId id="276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0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09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2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0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7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9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4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1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2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2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2D75A-3417-45C3-81DE-D1177957CFD3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BAC0D-B783-44DA-B9B4-2F0232411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7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76201"/>
            <a:ext cx="8153400" cy="495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90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11727"/>
            <a:ext cx="67056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655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"/>
            <a:ext cx="8229600" cy="4038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39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1"/>
            <a:ext cx="8229600" cy="44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0119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81001"/>
            <a:ext cx="8153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312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609601"/>
            <a:ext cx="79819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30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457201"/>
            <a:ext cx="8001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969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709"/>
            <a:ext cx="7924799" cy="3934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86200"/>
            <a:ext cx="60960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632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228601"/>
            <a:ext cx="866775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736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1"/>
            <a:ext cx="8153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094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" y="228601"/>
            <a:ext cx="8010525" cy="411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22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28601"/>
            <a:ext cx="8115300" cy="480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3766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1"/>
            <a:ext cx="82296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3491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"/>
            <a:ext cx="8077200" cy="4691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064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8153400" cy="4306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4949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1"/>
            <a:ext cx="78486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2546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79248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188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1"/>
            <a:ext cx="8229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95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381001"/>
            <a:ext cx="7686675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916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304800"/>
            <a:ext cx="8315325" cy="484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4635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9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0</Words>
  <Application>Microsoft Office PowerPoint</Application>
  <PresentationFormat>On-screen Show (4:3)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</cp:revision>
  <dcterms:created xsi:type="dcterms:W3CDTF">2020-10-06T02:28:26Z</dcterms:created>
  <dcterms:modified xsi:type="dcterms:W3CDTF">2020-10-08T04:11:00Z</dcterms:modified>
</cp:coreProperties>
</file>