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7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09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7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4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57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5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7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6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2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5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4D3E9-FC51-4604-962F-D1BE39D679F9}" type="datetimeFigureOut">
              <a:rPr lang="en-US" smtClean="0"/>
              <a:t>9/24/2020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26C61-1ADF-4363-B41F-9557E687F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14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5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2296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283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4110"/>
            <a:ext cx="8229600" cy="4078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12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1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775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8600"/>
            <a:ext cx="8229600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71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8153400" cy="510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954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8458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61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80772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324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0"/>
            <a:ext cx="8686800" cy="4953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28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77724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660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"/>
            <a:ext cx="8382000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07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1"/>
            <a:ext cx="8610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97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"/>
            <a:ext cx="8153400" cy="5434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796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0"/>
            <a:ext cx="8153400" cy="510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799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848600" cy="5006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598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09600"/>
            <a:ext cx="7772400" cy="551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4284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1"/>
            <a:ext cx="8305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0" y="29673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 err="1" smtClean="0">
                <a:solidFill>
                  <a:srgbClr val="544E52"/>
                </a:solidFill>
                <a:effectLst/>
                <a:latin typeface="Lora"/>
              </a:rPr>
              <a:t>Multiwire</a:t>
            </a:r>
            <a:r>
              <a:rPr lang="en-US" b="0" i="0" dirty="0" smtClean="0">
                <a:solidFill>
                  <a:srgbClr val="544E52"/>
                </a:solidFill>
                <a:effectLst/>
                <a:latin typeface="Lora"/>
              </a:rPr>
              <a:t> T broadcast antenna of early AM station WBZ, Springfield, Massachusetts, 1925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67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1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506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1"/>
            <a:ext cx="8229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877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</Words>
  <Application>Microsoft Office PowerPoint</Application>
  <PresentationFormat>On-screen Show (4:3)</PresentationFormat>
  <Paragraphs>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</cp:revision>
  <dcterms:created xsi:type="dcterms:W3CDTF">2020-09-24T03:40:41Z</dcterms:created>
  <dcterms:modified xsi:type="dcterms:W3CDTF">2020-09-24T04:14:28Z</dcterms:modified>
</cp:coreProperties>
</file>