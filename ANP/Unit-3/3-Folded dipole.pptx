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61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5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4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9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9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4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93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3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BD934-73DD-4EC0-A80F-468FD7BCB9CB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AD71C-2D43-42EA-89A7-558B94CDC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7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457201"/>
            <a:ext cx="9029700" cy="563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2366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62" y="152400"/>
            <a:ext cx="8082076" cy="487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285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8058150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8710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"/>
            <a:ext cx="8229600" cy="480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115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06" y="304800"/>
            <a:ext cx="7452587" cy="426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3852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590" y="381000"/>
            <a:ext cx="6396820" cy="472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152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1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5910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3058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8963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1"/>
            <a:ext cx="8305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934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2020-09-25T03:46:45Z</dcterms:created>
  <dcterms:modified xsi:type="dcterms:W3CDTF">2020-09-25T04:03:37Z</dcterms:modified>
</cp:coreProperties>
</file>