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3849-ACD8-48FB-B812-51036BFEE951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3B9DF-A3EB-493E-BE18-F0C9A59F4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10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3849-ACD8-48FB-B812-51036BFEE951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3B9DF-A3EB-493E-BE18-F0C9A59F4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9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3849-ACD8-48FB-B812-51036BFEE951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3B9DF-A3EB-493E-BE18-F0C9A59F4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40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3849-ACD8-48FB-B812-51036BFEE951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3B9DF-A3EB-493E-BE18-F0C9A59F4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0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3849-ACD8-48FB-B812-51036BFEE951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3B9DF-A3EB-493E-BE18-F0C9A59F4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76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3849-ACD8-48FB-B812-51036BFEE951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3B9DF-A3EB-493E-BE18-F0C9A59F4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92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3849-ACD8-48FB-B812-51036BFEE951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3B9DF-A3EB-493E-BE18-F0C9A59F4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2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3849-ACD8-48FB-B812-51036BFEE951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3B9DF-A3EB-493E-BE18-F0C9A59F4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45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3849-ACD8-48FB-B812-51036BFEE951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3B9DF-A3EB-493E-BE18-F0C9A59F4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78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3849-ACD8-48FB-B812-51036BFEE951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3B9DF-A3EB-493E-BE18-F0C9A59F4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128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E3849-ACD8-48FB-B812-51036BFEE951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3B9DF-A3EB-493E-BE18-F0C9A59F4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9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9E3849-ACD8-48FB-B812-51036BFEE951}" type="datetimeFigureOut">
              <a:rPr lang="en-US" smtClean="0"/>
              <a:t>9/29/2020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3B9DF-A3EB-493E-BE18-F0C9A59F4E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96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2401"/>
            <a:ext cx="8610599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4115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8601"/>
            <a:ext cx="8305799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4310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81000"/>
            <a:ext cx="7696200" cy="4800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9552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4800"/>
            <a:ext cx="76962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0002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8601"/>
            <a:ext cx="82296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7491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33400"/>
            <a:ext cx="78486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2832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57201"/>
            <a:ext cx="81534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5989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1001"/>
            <a:ext cx="83058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6600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1001"/>
            <a:ext cx="8153400" cy="4419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6112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179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On-screen Show 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</cp:revision>
  <dcterms:created xsi:type="dcterms:W3CDTF">2020-09-29T04:52:59Z</dcterms:created>
  <dcterms:modified xsi:type="dcterms:W3CDTF">2020-09-29T05:02:00Z</dcterms:modified>
</cp:coreProperties>
</file>