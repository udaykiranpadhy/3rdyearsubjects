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228600"/>
            <a:ext cx="862965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055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458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857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1"/>
            <a:ext cx="86868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924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"/>
            <a:ext cx="7924799" cy="474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661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1"/>
            <a:ext cx="8305800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82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7924800" cy="480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843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1"/>
            <a:ext cx="8686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784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229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26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7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2006-08-16T00:00:00Z</dcterms:created>
  <dcterms:modified xsi:type="dcterms:W3CDTF">2020-10-12T15:59:11Z</dcterms:modified>
</cp:coreProperties>
</file>