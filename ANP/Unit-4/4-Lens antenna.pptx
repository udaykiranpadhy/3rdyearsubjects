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4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1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69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0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0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64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831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4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3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7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6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86066-A0CE-40ED-837A-18D7D6D1C44C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FEDDA-96B8-47C7-B9F8-007A2EFE0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1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685800"/>
            <a:ext cx="8343900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1605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01" y="457201"/>
            <a:ext cx="8011797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8293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45" y="152401"/>
            <a:ext cx="812011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5167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210" y="228600"/>
            <a:ext cx="7201580" cy="5181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9247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7201"/>
            <a:ext cx="8001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1630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"/>
            <a:ext cx="7848600" cy="510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284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09600"/>
            <a:ext cx="751522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7962900" cy="3653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508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81153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2626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57201"/>
            <a:ext cx="86106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3324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7201"/>
            <a:ext cx="8153399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283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17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</cp:revision>
  <dcterms:created xsi:type="dcterms:W3CDTF">2020-11-02T15:07:40Z</dcterms:created>
  <dcterms:modified xsi:type="dcterms:W3CDTF">2020-11-02T15:19:19Z</dcterms:modified>
</cp:coreProperties>
</file>