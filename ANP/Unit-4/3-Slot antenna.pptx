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1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81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72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8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3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0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687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26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58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48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526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71A23-9973-49FE-A09B-223E137DFF6B}" type="datetimeFigureOut">
              <a:rPr lang="en-US" smtClean="0"/>
              <a:t>11/1/2020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DF57B-C1A8-470F-85CC-08E96B17F1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2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1"/>
            <a:ext cx="8229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9769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33400"/>
            <a:ext cx="7924800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1519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57201"/>
            <a:ext cx="7467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54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"/>
            <a:ext cx="8610600" cy="5257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4336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1"/>
            <a:ext cx="83058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293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12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229600" cy="457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9804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7620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35775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1"/>
            <a:ext cx="88392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04213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1"/>
            <a:ext cx="8229599" cy="4495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290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8458199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4022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3820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406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1"/>
            <a:ext cx="8915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989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1"/>
            <a:ext cx="7924800" cy="4952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564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2935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3401"/>
            <a:ext cx="8381999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3546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7772400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7690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2020-11-01T05:58:12Z</dcterms:created>
  <dcterms:modified xsi:type="dcterms:W3CDTF">2020-11-01T06:17:00Z</dcterms:modified>
</cp:coreProperties>
</file>