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6" r:id="rId18"/>
    <p:sldId id="277" r:id="rId19"/>
    <p:sldId id="278" r:id="rId20"/>
    <p:sldId id="257" r:id="rId21"/>
    <p:sldId id="258" r:id="rId22"/>
    <p:sldId id="259" r:id="rId23"/>
    <p:sldId id="260" r:id="rId24"/>
    <p:sldId id="279" r:id="rId25"/>
    <p:sldId id="280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828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79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524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325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539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24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433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635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75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1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E709C2-B36A-4334-BC25-4DACA0B79CCF}" type="datetimeFigureOut">
              <a:rPr lang="en-US" smtClean="0"/>
              <a:t>12/17/2020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23AE0-A7FF-4734-BE69-69CED74F84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438" y="381000"/>
            <a:ext cx="747712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5649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0"/>
            <a:ext cx="8153400" cy="47156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66307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990600"/>
            <a:ext cx="8077200" cy="36155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9308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305800" cy="3653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6309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685800"/>
            <a:ext cx="8229600" cy="3915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18240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229599" cy="3339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33033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533400"/>
            <a:ext cx="7772400" cy="48680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7676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153400" cy="45585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82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143000"/>
            <a:ext cx="7839075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4602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85800"/>
            <a:ext cx="8153400" cy="4067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2061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143000"/>
            <a:ext cx="8000999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06883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04800"/>
            <a:ext cx="8153400" cy="4468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930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229599" cy="4501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581627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6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"/>
            <a:ext cx="8153399" cy="4820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77241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143001"/>
            <a:ext cx="8305800" cy="3715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67036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838200"/>
            <a:ext cx="7372350" cy="308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336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9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685800"/>
            <a:ext cx="7924800" cy="4325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9984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50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7200"/>
            <a:ext cx="8153400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207728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295400"/>
            <a:ext cx="8381999" cy="3091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5330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81001"/>
            <a:ext cx="8153399" cy="518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86030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153400" cy="350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17957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7924800" cy="50538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83238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990600"/>
            <a:ext cx="7315200" cy="4158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56742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14400"/>
            <a:ext cx="7848600" cy="44823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8809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8382000" cy="574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809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2020-12-17T02:40:59Z</dcterms:created>
  <dcterms:modified xsi:type="dcterms:W3CDTF">2020-12-17T03:37:06Z</dcterms:modified>
</cp:coreProperties>
</file>