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27CC1-4657-4759-860A-237B0478B861}" type="datetimeFigureOut">
              <a:rPr lang="en-US" smtClean="0"/>
              <a:t>11/1/2020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E9C8F-41D3-4ECD-97B0-8660B3ECFF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230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27CC1-4657-4759-860A-237B0478B861}" type="datetimeFigureOut">
              <a:rPr lang="en-US" smtClean="0"/>
              <a:t>11/1/2020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E9C8F-41D3-4ECD-97B0-8660B3ECFF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57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27CC1-4657-4759-860A-237B0478B861}" type="datetimeFigureOut">
              <a:rPr lang="en-US" smtClean="0"/>
              <a:t>11/1/2020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E9C8F-41D3-4ECD-97B0-8660B3ECFF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387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27CC1-4657-4759-860A-237B0478B861}" type="datetimeFigureOut">
              <a:rPr lang="en-US" smtClean="0"/>
              <a:t>11/1/2020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E9C8F-41D3-4ECD-97B0-8660B3ECFF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881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27CC1-4657-4759-860A-237B0478B861}" type="datetimeFigureOut">
              <a:rPr lang="en-US" smtClean="0"/>
              <a:t>11/1/2020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E9C8F-41D3-4ECD-97B0-8660B3ECFF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716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27CC1-4657-4759-860A-237B0478B861}" type="datetimeFigureOut">
              <a:rPr lang="en-US" smtClean="0"/>
              <a:t>11/1/2020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E9C8F-41D3-4ECD-97B0-8660B3ECFF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6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27CC1-4657-4759-860A-237B0478B861}" type="datetimeFigureOut">
              <a:rPr lang="en-US" smtClean="0"/>
              <a:t>11/1/2020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E9C8F-41D3-4ECD-97B0-8660B3ECFF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49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27CC1-4657-4759-860A-237B0478B861}" type="datetimeFigureOut">
              <a:rPr lang="en-US" smtClean="0"/>
              <a:t>11/1/2020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E9C8F-41D3-4ECD-97B0-8660B3ECFF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697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27CC1-4657-4759-860A-237B0478B861}" type="datetimeFigureOut">
              <a:rPr lang="en-US" smtClean="0"/>
              <a:t>11/1/2020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E9C8F-41D3-4ECD-97B0-8660B3ECFF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626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27CC1-4657-4759-860A-237B0478B861}" type="datetimeFigureOut">
              <a:rPr lang="en-US" smtClean="0"/>
              <a:t>11/1/2020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E9C8F-41D3-4ECD-97B0-8660B3ECFF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612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27CC1-4657-4759-860A-237B0478B861}" type="datetimeFigureOut">
              <a:rPr lang="en-US" smtClean="0"/>
              <a:t>11/1/2020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E9C8F-41D3-4ECD-97B0-8660B3ECFF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996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C27CC1-4657-4759-860A-237B0478B861}" type="datetimeFigureOut">
              <a:rPr lang="en-US" smtClean="0"/>
              <a:t>11/1/2020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EE9C8F-41D3-4ECD-97B0-8660B3ECFF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052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313" y="381000"/>
            <a:ext cx="7953375" cy="501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63881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457200"/>
            <a:ext cx="7848600" cy="5219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96262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609600"/>
            <a:ext cx="79248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44539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457201"/>
            <a:ext cx="8305800" cy="536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48653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3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143001"/>
            <a:ext cx="8229600" cy="37345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50288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9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533400"/>
            <a:ext cx="7848600" cy="4677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99127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2401"/>
            <a:ext cx="82296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88803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81001"/>
            <a:ext cx="8305799" cy="4648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933668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81000"/>
            <a:ext cx="8077200" cy="3876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627726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81001"/>
            <a:ext cx="8153399" cy="5105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399652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81001"/>
            <a:ext cx="83820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125075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81001"/>
            <a:ext cx="81534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663212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609601"/>
            <a:ext cx="7543799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439371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7834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0</Words>
  <Application>Microsoft Office PowerPoint</Application>
  <PresentationFormat>On-screen Show (4:3)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6</cp:revision>
  <dcterms:created xsi:type="dcterms:W3CDTF">2020-11-01T04:38:18Z</dcterms:created>
  <dcterms:modified xsi:type="dcterms:W3CDTF">2020-11-01T06:17:20Z</dcterms:modified>
</cp:coreProperties>
</file>