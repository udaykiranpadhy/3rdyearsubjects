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3400"/>
            <a:ext cx="8763000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40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1"/>
            <a:ext cx="8686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443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458199" cy="358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2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1"/>
            <a:ext cx="8381999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414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5" y="-838200"/>
            <a:ext cx="822960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1"/>
            <a:ext cx="8534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2079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8381999" cy="435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6384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1"/>
            <a:ext cx="8610599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37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1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19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1"/>
            <a:ext cx="807719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362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1"/>
            <a:ext cx="83820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4694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8305800" cy="5715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507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8534399" cy="38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2412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8153400" cy="563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502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85800"/>
            <a:ext cx="8534399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517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2006-08-16T00:00:00Z</dcterms:created>
  <dcterms:modified xsi:type="dcterms:W3CDTF">2020-10-31T06:01:51Z</dcterms:modified>
</cp:coreProperties>
</file>