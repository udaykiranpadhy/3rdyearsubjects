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7C71E-76EB-4D40-89C3-C4A47B9A4F45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32A7-4D82-42DB-8474-2172B5E4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0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7C71E-76EB-4D40-89C3-C4A47B9A4F45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32A7-4D82-42DB-8474-2172B5E4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67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7C71E-76EB-4D40-89C3-C4A47B9A4F45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32A7-4D82-42DB-8474-2172B5E4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4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7C71E-76EB-4D40-89C3-C4A47B9A4F45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32A7-4D82-42DB-8474-2172B5E4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32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7C71E-76EB-4D40-89C3-C4A47B9A4F45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32A7-4D82-42DB-8474-2172B5E4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7C71E-76EB-4D40-89C3-C4A47B9A4F45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32A7-4D82-42DB-8474-2172B5E4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16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7C71E-76EB-4D40-89C3-C4A47B9A4F45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32A7-4D82-42DB-8474-2172B5E4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51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7C71E-76EB-4D40-89C3-C4A47B9A4F45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32A7-4D82-42DB-8474-2172B5E4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2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7C71E-76EB-4D40-89C3-C4A47B9A4F45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32A7-4D82-42DB-8474-2172B5E4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80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7C71E-76EB-4D40-89C3-C4A47B9A4F45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32A7-4D82-42DB-8474-2172B5E4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51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7C71E-76EB-4D40-89C3-C4A47B9A4F45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32A7-4D82-42DB-8474-2172B5E4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3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7C71E-76EB-4D40-89C3-C4A47B9A4F45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832A7-4D82-42DB-8474-2172B5E4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61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1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028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1"/>
            <a:ext cx="8610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8159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81000"/>
            <a:ext cx="7467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9610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57200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1000"/>
            <a:ext cx="7543800" cy="461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848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57200"/>
            <a:ext cx="8001000" cy="5463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3148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57201"/>
            <a:ext cx="81534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6502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81000"/>
            <a:ext cx="7543800" cy="475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6842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7924800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092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1001"/>
            <a:ext cx="77724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4745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8600"/>
            <a:ext cx="7772400" cy="440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3689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62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4</cp:revision>
  <dcterms:created xsi:type="dcterms:W3CDTF">2020-12-10T08:55:51Z</dcterms:created>
  <dcterms:modified xsi:type="dcterms:W3CDTF">2020-12-10T10:42:15Z</dcterms:modified>
</cp:coreProperties>
</file>