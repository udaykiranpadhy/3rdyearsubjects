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1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4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1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0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1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4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8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18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05C7-A160-41EF-8E8D-7A23749FCE9C}" type="datetimeFigureOut">
              <a:rPr lang="en-US" smtClean="0"/>
              <a:t>9/12/2020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2F84D-2A47-4B23-834E-B21F92D1B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5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23938"/>
            <a:ext cx="8458200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763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62956"/>
            <a:ext cx="7315200" cy="403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1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69342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130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43881"/>
            <a:ext cx="6629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85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101056"/>
            <a:ext cx="6629400" cy="399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27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1"/>
            <a:ext cx="7010400" cy="436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48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7086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522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34419"/>
            <a:ext cx="6781800" cy="3837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752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2020-09-12T03:34:30Z</dcterms:created>
  <dcterms:modified xsi:type="dcterms:W3CDTF">2020-09-12T04:16:26Z</dcterms:modified>
</cp:coreProperties>
</file>