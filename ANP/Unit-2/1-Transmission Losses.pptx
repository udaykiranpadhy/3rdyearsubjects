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59" r:id="rId5"/>
    <p:sldId id="257" r:id="rId6"/>
    <p:sldId id="258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6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3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3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0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8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6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4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1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0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0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3D078-93EB-44FC-A622-29FAB469FBFB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CC466-3B45-4B60-9D17-E6D47C6A2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229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89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228600"/>
            <a:ext cx="8582025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36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9060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620000" cy="391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856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381000"/>
            <a:ext cx="72580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77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81534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968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1"/>
            <a:ext cx="8305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55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1"/>
            <a:ext cx="8305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43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2" y="381000"/>
            <a:ext cx="7496175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300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2020-09-19T04:41:15Z</dcterms:created>
  <dcterms:modified xsi:type="dcterms:W3CDTF">2020-09-22T05:30:09Z</dcterms:modified>
</cp:coreProperties>
</file>