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3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1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8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3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1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2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1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4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8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AFD51-F6E0-4D19-8663-D6A9719214EA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52738-B98F-4B5A-B6A2-24879C01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2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8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467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618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48631"/>
            <a:ext cx="67818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69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43050"/>
            <a:ext cx="6553200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723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3394"/>
            <a:ext cx="7010399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498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65532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73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24839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51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78179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4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2020-09-11T04:10:45Z</dcterms:created>
  <dcterms:modified xsi:type="dcterms:W3CDTF">2020-09-11T04:19:01Z</dcterms:modified>
</cp:coreProperties>
</file>